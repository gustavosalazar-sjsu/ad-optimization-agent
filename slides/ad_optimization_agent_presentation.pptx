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framing the assignment: one lightweight agent, one dataset, one evaluation loop. Close with the headline result so the audience knows the prototype actually runs.
[Sources]
- No external sources. All metrics and visuals are generated from the included mock dataset and local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This slide is the design doc in visual form: what goes in, how the budget is scored, what guardrails limit risk, and what comes out.
[Sources]
- No external sources. All metrics and visuals are generated from the included mock dataset and local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the dataset is deliberately small and clean. Then give one sample log entry to prove the script is explainable, not just optimized.
[Sources]
- No external sources. All metrics and visuals are generated from the included mock dataset and local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proof slide. Start with the lift and CPA, then point to the charts: the agent consistently beats equal split and naturally leans into Search while preserving learning on Social and Display.
[Sources]
- No external sources. All metrics and visuals are generated from the included mock dataset and local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 by mapping each deliverable to a file and then giving the scaling note in one sentence each: observability, retries, and cost caps.
[Sources]
- No external sources. All metrics and visuals are generated from the included mock dataset and local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 Optimization Agent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464040" y="644652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Submission-ready prototype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8016"/>
            <a:ext cx="12191695" cy="649224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an Ad Optimization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submission-ready prototype: CSV input, budget policy, guardrails, offline evaluation, and a short presentation.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28803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Channels: </a:t>
            </a:r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Social, Display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Objective: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maximize conversions while keeping exploration alive</a:t>
            </a:r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4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+12.28% estimated lift vs equal split baseline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19088" y="804672"/>
            <a:ext cx="5102352" cy="5184648"/>
          </a:xfrm>
          <a:prstGeom prst="roundRect">
            <a:avLst>
              <a:gd name="adj" fmla="val 1434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601968" y="1078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at a glance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601968" y="1572768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</a:rPr>
              <a:t>1. Read daily channel metrics from CSV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601968" y="2249424"/>
            <a:ext cx="4343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4B8A6"/>
                </a:solidFill>
              </a:rPr>
              <a:t>2. Score channels on conversions per dollar + CTR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601968" y="29260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</a:rPr>
              <a:t>3. Apply floors, caps, and +/-20% daily move limits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01968" y="360273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B981"/>
                </a:solidFill>
              </a:rPr>
              <a:t>4. Log rationale and compare against baseline</a:t>
            </a:r>
            <a:endParaRPr lang="en-US" sz="1550" dirty="0"/>
          </a:p>
        </p:txBody>
      </p:sp>
      <p:pic>
        <p:nvPicPr>
          <p:cNvPr id="12" name="Image 0" descr="/mnt/data/ad_optimization_agent_submission/outputs/conversion_comparison.png">    </p:cNvPr>
          <p:cNvPicPr>
            <a:picLocks noChangeAspect="1"/>
          </p:cNvPicPr>
          <p:nvPr/>
        </p:nvPicPr>
        <p:blipFill>
          <a:blip r:embed="rId1">
            <a:alphaModFix amt="95000"/>
          </a:blip>
          <a:srcRect l="0" r="0" t="24240" b="24240"/>
          <a:stretch/>
        </p:blipFill>
        <p:spPr>
          <a:xfrm>
            <a:off x="6601968" y="4279392"/>
            <a:ext cx="4480560" cy="13258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601968" y="5687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Offline backtest using the included 21-day mock dataset.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design and policy loop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Role, inputs, outputs, and guardrails - kept simple enough to explain and audit.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496312" y="2276856"/>
            <a:ext cx="256032" cy="32918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90872" y="2276856"/>
            <a:ext cx="256032" cy="32918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85432" y="2276856"/>
            <a:ext cx="256032" cy="32918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079992" y="2276856"/>
            <a:ext cx="256032" cy="329184"/>
          </a:xfrm>
          <a:prstGeom prst="chevron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600200"/>
            <a:ext cx="1645920" cy="1920240"/>
          </a:xfrm>
          <a:prstGeom prst="roundRect">
            <a:avLst>
              <a:gd name="adj" fmla="val 4444"/>
            </a:avLst>
          </a:prstGeom>
          <a:solidFill>
            <a:srgbClr val="E8F0FE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CSV input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932688" y="221284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impressions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26080" y="1600200"/>
            <a:ext cx="1645920" cy="1920240"/>
          </a:xfrm>
          <a:prstGeom prst="roundRect">
            <a:avLst>
              <a:gd name="adj" fmla="val 4444"/>
            </a:avLst>
          </a:prstGeom>
          <a:solidFill>
            <a:srgbClr val="E7F8F4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6324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Feature calc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127248" y="221284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 / $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120640" y="1600200"/>
            <a:ext cx="1645920" cy="1920240"/>
          </a:xfrm>
          <a:prstGeom prst="roundRect">
            <a:avLst>
              <a:gd name="adj" fmla="val 4444"/>
            </a:avLst>
          </a:prstGeom>
          <a:solidFill>
            <a:srgbClr val="FEF3E2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5780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Budget policy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321808" y="221284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75% conv / $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 CTR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 explore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0" y="1600200"/>
            <a:ext cx="1645920" cy="1920240"/>
          </a:xfrm>
          <a:prstGeom prst="roundRect">
            <a:avLst>
              <a:gd name="adj" fmla="val 4444"/>
            </a:avLst>
          </a:prstGeom>
          <a:solidFill>
            <a:srgbClr val="EDF2F7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5236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Guardrails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516368" y="221284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floor 20%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 60%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 &lt;= 20%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09760" y="1600200"/>
            <a:ext cx="1645920" cy="1920240"/>
          </a:xfrm>
          <a:prstGeom prst="roundRect">
            <a:avLst>
              <a:gd name="adj" fmla="val 4444"/>
            </a:avLst>
          </a:prstGeom>
          <a:solidFill>
            <a:srgbClr val="E8F0FE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4692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Output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710928" y="2212848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by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channel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log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3977640"/>
            <a:ext cx="539496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423367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Inputs / outputs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60120" y="45720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Input: 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channel-level daily aggregates from CSV only
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Output: </a:t>
            </a:r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recommended budget by channel, delta %, and rationale string
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Primary metric: </a:t>
            </a:r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total estimated conversions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46520" y="3977640"/>
            <a:ext cx="4983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675120" y="423367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Rules and guardrails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675120" y="457200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No PII required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Neutral, factual brand tone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Never starve a channel completely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</a:rPr>
              <a:t>• Log every move for auditability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Mock dataset and example decision log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included CSV uses 21 days of Search, Social, and Display performance.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475488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2688" y="15727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Dataset schema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60120" y="1965960"/>
            <a:ext cx="1097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channel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impressions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487168" y="194767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Why this CSV is enough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87168" y="2340864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</a:rPr>
              <a:t>• Simple channel-level inputs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</a:rPr>
              <a:t>• No attribution join required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</a:rPr>
              <a:t>• Easy to swap with real exports later</a:t>
            </a:r>
            <a:endParaRPr lang="en-US" sz="1480" dirty="0"/>
          </a:p>
          <a:p>
            <a:pPr indent="0" marL="0">
              <a:buNone/>
            </a:pPr>
            <a:r>
              <a:rPr lang="en-US" sz="1480" dirty="0">
                <a:solidFill>
                  <a:srgbClr val="475569"/>
                </a:solidFill>
              </a:rPr>
              <a:t>• Enough signal for a daily pacing demo</a:t>
            </a:r>
            <a:endParaRPr lang="en-US" sz="1480" dirty="0"/>
          </a:p>
        </p:txBody>
      </p:sp>
      <p:sp>
        <p:nvSpPr>
          <p:cNvPr id="9" name="Shape 7"/>
          <p:cNvSpPr/>
          <p:nvPr/>
        </p:nvSpPr>
        <p:spPr>
          <a:xfrm>
            <a:off x="914400" y="4251960"/>
            <a:ext cx="420624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4480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Data profile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960120" y="482803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21 days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3 channels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</a:rPr>
              <a:t>63 rows total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78608" y="47091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475569"/>
                </a:solidFill>
              </a:rPr>
              <a:t>Search is strongest on conversions per dollar; Social is mid-tier; Display stays funded at the learning floor.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669280" y="1325880"/>
            <a:ext cx="58064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25312" y="15727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Example logged decision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925312" y="196596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DCE3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2128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2026-02-04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 up 20.0% | conv/$=0.215, CTR=3.06% based on trailing 3-day performance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925312" y="34930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Why it works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925312" y="3822192"/>
            <a:ext cx="2788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30" dirty="0">
                <a:solidFill>
                  <a:srgbClr val="475569"/>
                </a:solidFill>
              </a:rPr>
              <a:t>• Rewards better recent efficiency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475569"/>
                </a:solidFill>
              </a:rPr>
              <a:t>• Keeps learning alive on weaker channels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475569"/>
                </a:solidFill>
              </a:rPr>
              <a:t>• Avoids sudden budget whiplash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475569"/>
                </a:solidFill>
              </a:rPr>
              <a:t>• Produces an audit-friendly rationale</a:t>
            </a:r>
            <a:endParaRPr lang="en-US" sz="1430" dirty="0"/>
          </a:p>
        </p:txBody>
      </p:sp>
      <p:sp>
        <p:nvSpPr>
          <p:cNvPr id="19" name="Shape 17"/>
          <p:cNvSpPr/>
          <p:nvPr/>
        </p:nvSpPr>
        <p:spPr>
          <a:xfrm>
            <a:off x="8887968" y="3822192"/>
            <a:ext cx="0" cy="1353312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34930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Guardrails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189720" y="3822192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max change: +/-20%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min share: 20%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max share: 60%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</a:rPr>
              <a:t>exploration: 10%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snapshot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Compared against an equal-split baseline on the same total daily budget.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3232" y="1298448"/>
            <a:ext cx="2286000" cy="452628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57276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Headline metrics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87552" y="20299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</a:rPr>
              <a:t>+12.28%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50976" y="2560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estimated conversion lift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60120" y="2907792"/>
            <a:ext cx="1783080" cy="0"/>
          </a:xfrm>
          <a:prstGeom prst="line">
            <a:avLst/>
          </a:prstGeom>
          <a:noFill/>
          <a:ln w="12700">
            <a:solidFill>
              <a:srgbClr val="DCE3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31272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563EB"/>
                </a:solidFill>
              </a:rPr>
              <a:t>$5.51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932688" y="35478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avg estimated CPA - agent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50976" y="404164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F172A"/>
                </a:solidFill>
              </a:rPr>
              <a:t>$6.18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32688" y="446227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75569"/>
                </a:solidFill>
              </a:rPr>
              <a:t>avg estimated CPA - baseline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32688" y="498348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18 scored decision days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1298448"/>
            <a:ext cx="4069080" cy="4526280"/>
          </a:xfrm>
          <a:prstGeom prst="roundRect">
            <a:avLst>
              <a:gd name="adj" fmla="val 179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56432" y="15727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Daily conversions</a:t>
            </a:r>
            <a:endParaRPr lang="en-US" sz="1550" dirty="0"/>
          </a:p>
        </p:txBody>
      </p:sp>
      <p:pic>
        <p:nvPicPr>
          <p:cNvPr id="16" name="Image 0" descr="/mnt/data/ad_optimization_agent_submission/outputs/conversion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1568" y="2634615"/>
            <a:ext cx="3657600" cy="2100834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452360" y="1298448"/>
            <a:ext cx="4023360" cy="452628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699248" y="1572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Recommended budget by channel</a:t>
            </a:r>
            <a:endParaRPr lang="en-US" sz="1550" dirty="0"/>
          </a:p>
        </p:txBody>
      </p:sp>
      <p:pic>
        <p:nvPicPr>
          <p:cNvPr id="19" name="Image 1" descr="/mnt/data/ad_optimization_agent_submission/outputs/recommended_budge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2634615"/>
            <a:ext cx="3657600" cy="21008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Submission checklist + cloud scaling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66928" y="841248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Everything needed for the assignment is packaged in the project folder.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13232" y="1353312"/>
            <a:ext cx="548640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62763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What is included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60120" y="1993392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40" dirty="0">
                <a:solidFill>
                  <a:srgbClr val="475569"/>
                </a:solidFill>
              </a:rPr>
              <a:t>• DESIGN_DOC.md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475569"/>
                </a:solidFill>
              </a:rPr>
              <a:t>• ad_optimization_agent.py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475569"/>
                </a:solidFill>
              </a:rPr>
              <a:t>• mock_ad_data.csv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475569"/>
                </a:solidFill>
              </a:rPr>
              <a:t>• README.md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475569"/>
                </a:solidFill>
              </a:rPr>
              <a:t>• SCALING_NOTE.md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475569"/>
                </a:solidFill>
              </a:rPr>
              <a:t>• outputs/ successful run artifacts</a:t>
            </a:r>
            <a:endParaRPr lang="en-US" sz="1540" dirty="0"/>
          </a:p>
          <a:p>
            <a:pPr indent="0" marL="0">
              <a:buNone/>
            </a:pPr>
            <a:r>
              <a:rPr lang="en-US" sz="1540" dirty="0">
                <a:solidFill>
                  <a:srgbClr val="475569"/>
                </a:solidFill>
              </a:rPr>
              <a:t>• slides/ presentation deck</a:t>
            </a:r>
            <a:endParaRPr lang="en-US" sz="1540" dirty="0"/>
          </a:p>
        </p:txBody>
      </p:sp>
      <p:sp>
        <p:nvSpPr>
          <p:cNvPr id="7" name="Text 5"/>
          <p:cNvSpPr/>
          <p:nvPr/>
        </p:nvSpPr>
        <p:spPr>
          <a:xfrm>
            <a:off x="960120" y="431596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563EB"/>
                </a:solidFill>
              </a:rPr>
              <a:t>Final step: upload the folder to GitHub and paste your repo URL into the submission form.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960120" y="4956048"/>
            <a:ext cx="4709160" cy="438912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506577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 python ad_optimization_agent.py --csv mock_ad_data.csv --output_dir outputs --generate_mock --days 21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400800" y="1353312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DCE3E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56832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</a:rPr>
              <a:t>To run reliably in the cloud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656832" y="208483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</a:rPr>
              <a:t>1. Observability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56832" y="2359152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475569"/>
                </a:solidFill>
              </a:rPr>
              <a:t>Structured logs, channel scores, budget deltas, dashboards, and stale-data alerts.</a:t>
            </a:r>
            <a:endParaRPr lang="en-US" sz="1460" dirty="0"/>
          </a:p>
        </p:txBody>
      </p:sp>
      <p:sp>
        <p:nvSpPr>
          <p:cNvPr id="14" name="Text 12"/>
          <p:cNvSpPr/>
          <p:nvPr/>
        </p:nvSpPr>
        <p:spPr>
          <a:xfrm>
            <a:off x="6656832" y="31272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</a:rPr>
              <a:t>2. Retries + durability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56832" y="3401568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475569"/>
                </a:solidFill>
              </a:rPr>
              <a:t>Idempotent scheduled jobs, schema validation, durable storage, and exponential backoff on failures.</a:t>
            </a:r>
            <a:endParaRPr lang="en-US" sz="1460" dirty="0"/>
          </a:p>
        </p:txBody>
      </p:sp>
      <p:sp>
        <p:nvSpPr>
          <p:cNvPr id="16" name="Text 14"/>
          <p:cNvSpPr/>
          <p:nvPr/>
        </p:nvSpPr>
        <p:spPr>
          <a:xfrm>
            <a:off x="6656832" y="4315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4B8A6"/>
                </a:solidFill>
              </a:rPr>
              <a:t>3. Cost caps + safety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6656832" y="4590288"/>
            <a:ext cx="4297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60" dirty="0">
                <a:solidFill>
                  <a:srgbClr val="475569"/>
                </a:solidFill>
              </a:rPr>
              <a:t>Hard budget ceilings, per-channel share caps, and manual review for unusually large allocation changes.</a:t>
            </a:r>
            <a:endParaRPr lang="en-US" sz="14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Optimization Agent</dc:title>
  <dc:subject>Ad Optimization Agent</dc:subject>
  <dc:creator>OpenAI</dc:creator>
  <cp:lastModifiedBy>OpenAI</cp:lastModifiedBy>
  <cp:revision>1</cp:revision>
  <dcterms:created xsi:type="dcterms:W3CDTF">2026-03-31T05:23:57Z</dcterms:created>
  <dcterms:modified xsi:type="dcterms:W3CDTF">2026-03-31T05:23:57Z</dcterms:modified>
</cp:coreProperties>
</file>